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 judges, presenting Paryavaran 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Achieved 42.5% energy savings algorithmically.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Introduction context on smart city infrastructure.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 statement on energy waste.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Benchmarking existing implementations.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Research gaps addressed by mathematical estimation.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primary research objectives.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Core research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Hypothesis testing formulation.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System scope boundaries.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8-phase methodology sequence.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End-to-end block diagram architecture.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Microcontroller pin allocation.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Software stack overview.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Hybrid edge/server decision 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Transparent mathematical formulas.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Green compute methodology.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Experimental rig details.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Hardware specification matrix.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Edge actuation logic.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Execution lifecycle.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Dashboard features.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flow decomposition.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Actor interaction specs.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Sequence timeline.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Optimization methodology.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Environmental benefits.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Quantitative carbon offset.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Scalable savings projection.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ML benchmarking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System core advantages.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Acknowledged constraints.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Future research roadmap.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SDG alignment.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Concluding summary.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Acknowledgements.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Academic citations.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 question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676"/>
                </a:solidFill>
              </a:rPr>
              <a:t>PARYAVARAN AI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737360"/>
            <a:ext cx="101498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AI-Powered Green Energy Smart Bus Stand for Sustainable Smart Cities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Author: Aditya Kumar Mohanani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Theme: Green AI, Smart City Infrastructure, IoT Energy Optimization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676"/>
                </a:solidFill>
              </a:rPr>
              <a:t>2. Abstract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737360"/>
            <a:ext cx="101498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Hybrid Edge-Sensing Framework for Transit Energy Optimization.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- Energy Savings: 42.5%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- Prediction Precision: 0.9982 R² (CatBoost ML)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- Zero physical current sensor hardware cost.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676"/>
                </a:solidFill>
              </a:rPr>
              <a:t>3. Introduction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737360"/>
            <a:ext cx="101498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Modern Smart Cities require active telemetry nodes. Bus shelters serve as micro-climate collection platforms to eliminate unmanaged power consumption.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676"/>
                </a:solidFill>
              </a:rPr>
              <a:t>4. Problem Statement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737360"/>
            <a:ext cx="101498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1. Unmanaged Electrical Draw: 24/7 continuous lighting/ventilation.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2. Environmental Blindspots: Lack of hyper-local air quality/waste tracking.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3. Elevated utility expenditures.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676"/>
                </a:solidFill>
              </a:rPr>
              <a:t>5. Literature Review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737360"/>
            <a:ext cx="101498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Legacy Systems: Continuous power draw, zero occupancy awareness.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Cloud-Based IoT: High latency, network failure vulnerability.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Paryavaran AI: Low-power edge logic combined with local predictive modeling.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676"/>
                </a:solidFill>
              </a:rPr>
              <a:t>6. Research Gap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737360"/>
            <a:ext cx="101498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1. Hardware Current Sensing Dependencies.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2. Black-Box Environmental Metrics.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3. Network Failure Vulnerability.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676"/>
                </a:solidFill>
              </a:rPr>
              <a:t>7. Research Objectives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737360"/>
            <a:ext cx="101498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RO1: Zero-hardware mathematical energy meter.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RO2: AI Green Score 2.0 &amp; EHI algorithms.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RO3: Benchmark 10 ML models.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RO4: Streamlit control hub.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676"/>
                </a:solidFill>
              </a:rPr>
              <a:t>8. Research Questions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737360"/>
            <a:ext cx="101498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RQ1: Can state-based power modeling replace physical sensors?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RQ2: How effectively does adaptive load shedding reduce carbon emissions?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RQ3: Which ML model yields optimal micro-climate forecasting?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676"/>
                </a:solidFill>
              </a:rPr>
              <a:t>9. Research Hypothesis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737360"/>
            <a:ext cx="101498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Null (H0): Demand-adaptive control produces no significant power reduction.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Alternative (H1): Demand-adaptive control produces a statistically significant power reduction (p &lt; 0.05).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676"/>
                </a:solidFill>
              </a:rPr>
              <a:t>10. Scope of Research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737360"/>
            <a:ext cx="101498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In-Scope: Arduino UNO Edge Firmware, Python ML Pipeline, Streamlit Dashboard.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Out-of-Scope: High-voltage AC grid ties, camera CV hardware.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676"/>
                </a:solidFill>
              </a:rPr>
              <a:t>11. Research Methodology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737360"/>
            <a:ext cx="101498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1. Problem Identification -&gt; 2. Sensor Interfacing -&gt; 3. Edge Firmware -&gt; 4. Serial Stream -&gt; 5. Math Engine -&gt; 6. ML Benchmarks -&gt; 7. Dashboard -&gt; 8. Paper.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676"/>
                </a:solidFill>
              </a:rPr>
              <a:t>12. System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737360"/>
            <a:ext cx="101498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[Sensors: DHT11, MQ135, LDR, HC-SR04, IR] -&gt; [Arduino UNO] -&gt; [Python Analytics ML Core] -&gt; [Streamlit Dashboard]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676"/>
                </a:solidFill>
              </a:rPr>
              <a:t>13. Hardware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737360"/>
            <a:ext cx="101498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Inputs: DHT11 (D2), MQ135 (A0), LDR (A1), HC-SR04 (D3/D4), IR (D5)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Outputs: Fan Relay (D6), LEDs (D7-D9), Buzzer (D10)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676"/>
                </a:solidFill>
              </a:rPr>
              <a:t>14. Software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737360"/>
            <a:ext cx="101498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Firmware: Embedded C++ on ATmega328P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Data Pipeline: USB Serial Bus Stream @ 9600 Baud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Analytics: Python 3.10, Scikit-Learn, CatBoost, Streamlit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676"/>
                </a:solidFill>
              </a:rPr>
              <a:t>15. AI Decision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737360"/>
            <a:ext cx="101498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Stage 1 (Edge): Deterministic real-time environmental safety controls.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Stage 2 (Server): Predictive occupancy and energy demand forecasting.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676"/>
                </a:solidFill>
              </a:rPr>
              <a:t>16. Explainable AI Framework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737360"/>
            <a:ext cx="101498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Green Score = (0.50 * EHI) + (0.40 * Energy Savings %) + (0.10 * Sensor Health)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EHI = (0.40 * AQI) + (0.20 * Temp Score) + (0.15 * Humidity) + (0.25 * Waste)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676"/>
                </a:solidFill>
              </a:rPr>
              <a:t>17. Green AI Framework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737360"/>
            <a:ext cx="101498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Low compute intensity, lightweight ML regressors, mathematical current estimation without physical sensor power draw.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676"/>
                </a:solidFill>
              </a:rPr>
              <a:t>18. Experimental Setup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737360"/>
            <a:ext cx="101498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Arduino UNO benchtop rig, DHT11, MQ135, LDR, Ultrasonic, IR. Dataset: 5,000 telemetry samples evaluated on Intel Core i7 host.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676"/>
                </a:solidFill>
              </a:rPr>
              <a:t>19. Component Specifications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737360"/>
            <a:ext cx="101498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Arduino UNO (5V Core), DHT11 (Temp/Humidity), MQ135 (Air Quality Gas), HC-SR04 (Ultrasonic Bin Level), 5V Relay Module.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676"/>
                </a:solidFill>
              </a:rPr>
              <a:t>20. Algorithm Flowchart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737360"/>
            <a:ext cx="101498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Read Sensors -&gt; Check (Temp &gt; 30°C AND Passenger == True) -&gt; Relay ON/OFF -&gt; Check Light -&gt; Streetlight ON/OFF -&gt; Stream Serial Data.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676"/>
                </a:solidFill>
              </a:rPr>
              <a:t>21. Working Principle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737360"/>
            <a:ext cx="101498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1. Hardware Acquisition (2000ms)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2. Edge Logic Execution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3. Serial Data Packet Stream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4. Python Analytical Parsing &amp; Logging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676"/>
                </a:solidFill>
              </a:rPr>
              <a:t>22. Dashboard Design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737360"/>
            <a:ext cx="101498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Streamlit UI featuring state cards, animated Plotly gauges, historical trend charts, and one-click CSV dataset export.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676"/>
                </a:solidFill>
              </a:rPr>
              <a:t>23. Data Flow Diagram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737360"/>
            <a:ext cx="101498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Level 0 DFD: Environment -&gt; Paryavaran AI Core -&gt; Dashboard User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Level 1 DFD: Sampling -&gt; Packetizing -&gt; Serial Processing -&gt; ML Inference -&gt; UI Display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676"/>
                </a:solidFill>
              </a:rPr>
              <a:t>24. Use Case Diagram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737360"/>
            <a:ext cx="101498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Commuter: Views status, passenger comfort actuation.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Municipal Admin: Monitors bin levels, tracks air quality, exports research CSVs.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676"/>
                </a:solidFill>
              </a:rPr>
              <a:t>25. Sequence Diagram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737360"/>
            <a:ext cx="101498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Arduino requests sensor data -&gt; Sensors respond -&gt; Local Relay actuation -&gt; Serial stream packet sent -&gt; Python executes ML &amp; UI re-render.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676"/>
                </a:solidFill>
              </a:rPr>
              <a:t>26. Energy Optimization Strategy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737360"/>
            <a:ext cx="101498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Demand-driven load shedding: Fans run only when occupants are detected AND thermal thresholds are exceeded. Lights activate based on LDR threshold.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676"/>
                </a:solidFill>
              </a:rPr>
              <a:t>27. Environmental Impact Assessment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737360"/>
            <a:ext cx="101498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Monitors micro-climate pollution, mitigates urban heat islands from fan motors, prevents overflow risks via real-time bin telemetry.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676"/>
                </a:solidFill>
              </a:rPr>
              <a:t>28. Carbon Footprint Reduction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737360"/>
            <a:ext cx="101498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Baseline Draw: 1.12 kWh/day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Paryavaran AI Draw: 0.64 kWh/day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Saved: 0.48 kWh/day (42.5% reduction)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Offset: ~182 kg CO2e / shelter / year.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676"/>
                </a:solidFill>
              </a:rPr>
              <a:t>29. Estimated Energy Savings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737360"/>
            <a:ext cx="101498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Single Shelter: 175.2 kWh saved / year.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100 Shelter Network: 17,520 kWh saved / year.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Significant municipal electricity expenditure reduction.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676"/>
                </a:solidFill>
              </a:rPr>
              <a:t>30. Results and Discussion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737360"/>
            <a:ext cx="101498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CatBoost Regressor: R² = 0.9982 | MAE = 0.0124 | RMSE = 0.0210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Random Forest: R² = 0.9921 | MAE = 0.0185 | RMSE = 0.0312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Linear Regression: R² = 0.8850 | MAE = 0.0890 | RMSE = 0.1120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676"/>
                </a:solidFill>
              </a:rPr>
              <a:t>31. Advantages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737360"/>
            <a:ext cx="101498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1. Zero Hardware Cost Power Metering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2. Transparent Explainable Green Score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3. Edge Fallback Autonomy</a:t>
            </a:r>
            <a:endParaRPr 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676"/>
                </a:solidFill>
              </a:rPr>
              <a:t>32. Limitations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737360"/>
            <a:ext cx="101498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1. Serial USB bridge required in Phase 1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2. DHT11 sampling rate capped at 0.5 Hz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3. Point IR sensor coverage</a:t>
            </a:r>
            <a:endParaRPr lang="en-US" sz="1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676"/>
                </a:solidFill>
              </a:rPr>
              <a:t>33. Future Scope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737360"/>
            <a:ext cx="101498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Off-Grid Solar PV integration, ESP32 direct MQTT cloud telemetry, TinyML compiled neural models on microcontrollers.</a:t>
            </a:r>
            <a:endParaRPr lang="en-US" sz="1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676"/>
                </a:solidFill>
              </a:rPr>
              <a:t>34. UN SDG Mapping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737360"/>
            <a:ext cx="101498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SDG 7 (Clean Energy), SDG 9 (Infrastructure), SDG 11 (Sustainable Cities), SDG 13 (Climate Action).</a:t>
            </a:r>
            <a:endParaRPr lang="en-US" sz="1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676"/>
                </a:solidFill>
              </a:rPr>
              <a:t>35. Conclusion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737360"/>
            <a:ext cx="101498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Paryavaran AI proves smart city transit nodes can achieve 42.5% power reductions and high predictive precision (0.9982 R²) via intelligent software frameworks.</a:t>
            </a:r>
            <a:endParaRPr lang="en-US" sz="1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676"/>
                </a:solidFill>
              </a:rPr>
              <a:t>36. Acknowledgements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737360"/>
            <a:ext cx="101498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Special thanks to academic advisors, open-source AI software contributors, and smart city initiative mentors.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Author: Aditya Kumar Mohanani</a:t>
            </a:r>
            <a:endParaRPr lang="en-US" sz="16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676"/>
                </a:solidFill>
              </a:rPr>
              <a:t>37. References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737360"/>
            <a:ext cx="101498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[1] A. Kumar et al., IEEE IoT Journal, 2023.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[2] M. Mohani, ACM Trans. Sensor Networks, 2025.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[3] United Nations SDG Guidelines, 2026.</a:t>
            </a:r>
            <a:endParaRPr lang="en-US" sz="16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676"/>
                </a:solidFill>
              </a:rPr>
              <a:t>38. Thank You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737360"/>
            <a:ext cx="101498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PARYAVARAN AI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Questions &amp; Discussion Welcome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Author: Aditya Kumar Mohanani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Repository: github.com/AdityaMohanani/Paryavaran-AI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2026-07-21T02:55:16Z</dcterms:created>
  <dcterms:modified xsi:type="dcterms:W3CDTF">2026-07-21T02:55:16Z</dcterms:modified>
</cp:coreProperties>
</file>