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22C55E"/>
                </a:solidFill>
              </a:defRPr>
            </a:pPr>
            <a:r>
              <a:t>PARYAVARAN AI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AI Powered Sustainable Smart Bus 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The Core Problems in Public Transit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Wasted Electricity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Conventional bus stands keep lights and fans running continuously even when completely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Overflowing Dustbins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Bins lack real-time sensors, leading to unhygienic conditions and delayed clearing.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Unmonitored Pollution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Air Quality Index (AQI) and heat stress levels are ignored in public waiting spots.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Passive Infrastructure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Existing bus stands lack intelligent decision-making, IoT connectivity, or data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Project Key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Smart Energy Saving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Reduce power consumption using passenger-detecting IR &amp; LDR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Environmental Health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Track Air Quality (MQ135) and temperature (DHT11)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Automated Comfort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Activate fans and safety lighting intelligently based on live occupancy.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Data Logging &amp; ML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Generate clean CSV datasets to train predictive Machine 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Hardware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Microcontroller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Arduino UNO processes sensor inputs and drives relays.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Environment Sensors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DHT11 (Temp/Humidity) &amp; MQ135 (Air Quality).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Occupancy &amp; Range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IR Sensor (Passenger presence) &amp; Ultrasonic HC-SR04 (Dustbin level).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Actuators &amp; Controls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5V Relays, Cooling Fan, Safety Lights, Buzzer &amp; Traffic Status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Explainable AI (XAI) Dashboard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Rule-Based Intelligence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System evaluates multi-sensor thresholds before taking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XAI Transparency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Dashboard explains WHY decisions were made (e.g., Fan ON because Temp &gt; 30°C AND Passenger Present).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Confidence Score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Outputs confidence percentages for system recommendations (e.g., 92% confidence).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Operator Trust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Eliminates black-box automation by giving clear reasoning to city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Ternary Environmental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49498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State +1 (Green)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Optimal Environment: Clean air, normal temp, low energy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1098" y="1600200"/>
            <a:ext cx="3149498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State 0 (Yellow)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Moderate Caution: Raised temperature or moderate AQI 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3516" y="1600200"/>
            <a:ext cx="3149498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State -1 (Red)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Critical Alert: High pollution detected or overflowing dustbin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54780"/>
            <a:ext cx="3423818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91940"/>
            <a:ext cx="3149498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Better Than Binary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Provides 3 intuitive status conditions instead of simple ON/OFF binary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Dataset Pipeline &amp; Research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Automated Logging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Logs sensor values, occupancy, and AI scores every 2 seconds into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Model Evaluation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Compares Decision Trees, Random Forest, XGBoost, SVM, and KNN.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Accuracy Optimization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Determines which algorithm predicts energy saving potential most accurately.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Academic Goal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Paves the way for a published research paper on AI smart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PARYAVARAN AI | SMART CITY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Expected Impact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Energy Saved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~42% reduction in electricity waste recorded during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46304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60020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Instant Response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Automated lighting and fan response within 500ms of passenger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Predictive Waste Mgmt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Alerts authorities before dustbins reach 90%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954780"/>
            <a:ext cx="5250027" cy="22631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4091940"/>
            <a:ext cx="4975707" cy="198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EA5E9"/>
                </a:solidFill>
              </a:defRPr>
            </a:pPr>
            <a:r>
              <a:t>Smart City Ready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Low-cost model easily scalable using ESP32 and TinyML.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