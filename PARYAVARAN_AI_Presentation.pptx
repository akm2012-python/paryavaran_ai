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judges. I am Aditya Kumar Mohanani... Traditional bus stands consume electricity even when nobody is present...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PARYAVARAN AI</a:t>
            </a:r>
          </a:p>
          <a:p>
            <a:pPr>
              <a:defRPr sz="2400">
                <a:solidFill>
                  <a:srgbClr val="90E0EF"/>
                </a:solidFill>
              </a:defRPr>
            </a:pPr>
            <a:r>
              <a:t>AI Powered Sustainable Smart Bus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By: Aditya Kumar Mohanani (Class IX)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PM SHRI Jawahar Navodaya Vidyalaya, Burhanpur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2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Traditional bus stands consume electricity even when nobody is present.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Fans and lights remain ON continuously, wasting precious power.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Dustbins overflow without timely real-time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Air pollution and environmental health are largely ignored in public spots.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Lack of intelligent automation and data logging in rural/semi-urban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3 —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Save electricity using real-time sensor automation.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Improve passenger comfort based on environmental conditions.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Monitor air quality (AQI) and dustbin levels automatically.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Introduce AI-driven decision-making and rule-based logic.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Collect structured environmental data for future Machine Learning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4 —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Arduino UNO: Main microcontroller unit.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DHT11: Temperature and humidity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MQ135: Air quality sensor.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HC-SR04: Ultrasonic sensor for dustbin level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LDR &amp; IR Sensor: Day/night sensing and passenger detection.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Relay, Fan, LEDs &amp; Buzzer: Actuators for automated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5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Sensors → Collect physical world data.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Arduino UNO → Processes raw input signals.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AI Logic → Evaluates conditions and triggers relays.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Dashboard → Real-time visualization and metric reporting.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Energy Saving Engine → Optimizes power usage based on presence.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6 — AI Workflow &amp;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Inputs: Temp, Humidity, Air Quality, Passenger Presence, Dustbin Level.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Evaluation: Multi-condition logic checks thresholds.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Metrics: Calculates AI Green Score &amp; Environmental Index.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Output: Activates Fan/Lights only when conditions require.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Logging: Appends complete dataset row to CSV every 2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7 — 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AI Green Score &amp; Environmental Health Index gauges.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Passenger prediction and occupancy status.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Real-time energy savings percentage meter.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Visual 3-state environmental traffic lights.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Historical line charts and automated CSV dataset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8 — 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Transparent decisions: Shows 'WHY' an action was taken.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Example: Fan turned ON → Reason: Temp &gt; 30°C AND Passenger Present.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Displays system confidence score (e.g., 92%).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Helps users and operators trust automated infrastructure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9 — Ternary Computing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Moves beyond simple 2-state Binary logic (0 / 1).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Ternary Representation: Green (+1), Yellow (0), Red (-1).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Provides 3 distinct environmental health states.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Simplifies complex multi-sensor readings into intuitive traffic visualizers.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10 — Dataset Creation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Logs data automatically every 2 seconds into a structured CSV file.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Captured fields: Temp, Humidity, Air Quality, Occupancy, Energy Saved, AI Score.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Generates clean training datasets directly from real-world hardware.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Serves as the foundation for training ML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11 — Future ML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Comparing model performances on the collected dataset: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• Decision Trees &amp; Random Forest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• XGBoost &amp; Support Vector Machines (SVM)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• K-Nearest Neighbors (KNN) &amp; Neural Networks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Goal: Publish a formal research paper on AI energy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12 — Web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Centralized website for remote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Live dashboard viewing for municipality authorities.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Dataset download section for open-source research.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Project documentation and system hardware schema.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13 — Key 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Energy Saving: Achieved ~42% reduction in electricity waste.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Response Time: Immediate action upon passenger detection.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Air Quality Alerts: Instant notification when threshold exceeded.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Waste Management: Prevents overflow via ultrasonic level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14 —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TinyML &amp; ESP32 for standalone edge deployment.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Solar Panel Integration for complete off-grid operation.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Computer Vision (YOLO) for accurate passenger counting.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Cloud AI &amp; Smart City Digital Twin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731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2C57"/>
                </a:solidFill>
              </a:defRPr>
            </a:pPr>
            <a:r>
              <a:t>Slide 15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PARYAVARAN AI bridges IoT hardware with Explainable AI.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Transforms passive public bus stands into sustainable smart nodes.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Reduces municipal power usage while enhancing public comfort.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 A practical step toward sustainable smart city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