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judges, presenting Paryavaran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Achieved 42.5% energy savings algorithmically.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context on smart city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on energy waste.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Benchmarking existing implementations.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gaps addressed by mathematical estimation.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primary research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research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 testing formulation.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scope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8-phase methodology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block diagram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Microcontroller pin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stack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edge/server decision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mathematical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compute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rig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specification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actuation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 interaction specs.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Environmental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Quantitative carbon 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Scalable savings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benchmarking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core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research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SDG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Concluding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Academic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question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PARYAVARAN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AI-Powered Green Energy Smart Bus Stand for Sustainable Smart Cities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Theme: Green AI, Smart City Infrastructure, IoT Energy 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2. Abstract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Hybrid Edge-Sensing Framework for Transit Energy Optimization.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Energy Savings: 42.5%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Prediction Precision: 0.9982 R² (CatBoost ML)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- Zero physical current sensor hardware cost.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3.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Modern Smart Cities require active telemetry nodes. Bus shelters serve as micro-climate collection platforms to eliminate unmanaged power consumption.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4.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Unmanaged Electrical Draw: 24/7 continuous lighting/ventilation.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Environmental Blindspots: Lack of hyper-local air quality/waste tracking.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Elevated utility expenditures.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5. 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Legacy Systems: Continuous power draw, zero occupancy awareness.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Cloud-Based IoT: High latency, network failure vulnerability.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AI: Low-power edge logic combined with local predictive modeling.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6. 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Hardware Current Sensing Dependencies.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Black-Box Environmental Metrics.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Network Failure Vulnerability.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7. 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RO1: Zero-hardware mathematical energy meter.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RO2: AI Green Score 2.0 &amp; EHI algorithms.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RO3: Benchmark 10 ML models.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RO4: Streamlit control hub.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8. Research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RQ1: Can state-based power modeling replace physical sensors?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RQ2: How effectively does adaptive load shedding reduce carbon emissions?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RQ3: Which ML model yields optimal micro-climate forecasting?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9. Research Hypothesis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Null (H0): Demand-adaptive control produces no significant power reduction.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Alternative (H1): Demand-adaptive control produces a statistically significant power reduction (p &lt; 0.05).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10. Scope of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In-Scope: Arduino UNO Edge Firmware, Python ML Pipeline, Streamlit Dashboard.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Out-of-Scope: High-voltage AC grid ties, camera CV hardware.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11. Research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Problem Identification -&gt; 2. Sensor Interfacing -&gt; 3. Edge Firmware -&gt; 4. Serial Stream -&gt; 5. Math Engine -&gt; 6. ML Benchmarks -&gt; 7. Dashboard -&gt; 8. Paper.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12.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[Sensors: DHT11, MQ135, LDR, HC-SR04, IR] -&gt; [Arduino UNO] -&gt; [Python Analytics ML Core] -&gt; [Streamlit Dashboard]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13. Hardware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Inputs: DHT11 (D2), MQ135 (A0), LDR (A1), HC-SR04 (D3/D4), IR (D5)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Outputs: Fan Relay (D6), LEDs (D7-D9), Buzzer (D10)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14. Software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Firmware: Embedded C++ on ATmega328P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Data Pipeline: USB Serial Bus Stream @ 9600 Baud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Analytics: Python 3.10, Scikit-Learn, CatBoost, Streamlit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15. AI Decision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Stage 1 (Edge): Deterministic real-time environmental safety controls.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Stage 2 (Server): Predictive occupancy and energy demand forecasting.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16. Explainable AI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Green Score = (0.50 * EHI) + (0.40 * Energy Savings %) + (0.10 * Sensor Health)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EHI = (0.40 * AQI) + (0.20 * Temp Score) + (0.15 * Humidity) + (0.25 * Waste)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17. Green AI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Low compute intensity, lightweight ML regressors, mathematical current estimation without physical sensor power draw.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18. 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UNO benchtop rig, DHT11, MQ135, LDR, Ultrasonic, IR. Dataset: 5,000 telemetry samples evaluated on Intel Core i7 host.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19. Component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UNO (5V Core), DHT11 (Temp/Humidity), MQ135 (Air Quality Gas), HC-SR04 (Ultrasonic Bin Level), 5V Relay Module.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20. Algorithm Flowchart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Read Sensors -&gt; Check (Temp &gt; 30°C AND Passenger == True) -&gt; Relay ON/OFF -&gt; Check Light -&gt; Streetlight ON/OFF -&gt; Stream Serial Data.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21. Working Principle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Hardware Acquisition (2000ms)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Edge Logic Execution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Serial Data Packet Stream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Python Analytical Parsing &amp; Logging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22. Dashboard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Streamlit UI featuring state cards, animated Plotly gauges, historical trend charts, and one-click CSV dataset export.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23. Data Flow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Level 0 DFD: Environment -&gt; Paryavaran AI Core -&gt; Dashboard User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Level 1 DFD: Sampling -&gt; Packetizing -&gt; Serial Processing -&gt; ML Inference -&gt; UI Display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24. Use Case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Commuter: Views status, passenger comfort actuation.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Municipal Admin: Monitors bin levels, tracks air quality, exports research CSVs.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25. Sequence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Arduino requests sensor data -&gt; Sensors respond -&gt; Local Relay actuation -&gt; Serial stream packet sent -&gt; Python executes ML &amp; UI re-render.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26. Energy Optimization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Demand-driven load shedding: Fans run only when occupants are detected AND thermal thresholds are exceeded. Lights activate based on LDR threshold.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27. Environmental Impact Assessment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Monitors micro-climate pollution, mitigates urban heat islands from fan motors, prevents overflow risks via real-time bin telemetry.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28. Carbon Footprint Reduction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Baseline Draw: 1.12 kWh/day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 Draw: 0.64 kWh/day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Saved: 0.48 kWh/day (42.5% reduction)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Offset: ~182 kg CO2e / shelter / year.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29. Estimated Energy Savings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Single Shelter: 175.2 kWh saved / year.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100 Shelter Network: 17,520 kWh saved / year.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Significant municipal electricity expenditure reduction.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30. Results and 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CatBoost Regressor: R² = 0.9982 | MAE = 0.0124 | RMSE = 0.0210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Random Forest: R² = 0.9921 | MAE = 0.0185 | RMSE = 0.0312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Linear Regression: R² = 0.8850 | MAE = 0.0890 | RMSE = 0.1120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31.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Zero Hardware Cost Power Metering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Transparent Explainable Green Score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Edge Fallback Autonomy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32.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Serial USB bridge required in Phase 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DHT11 sampling rate capped at 0.5 Hz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Point IR sensor coverage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33.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Off-Grid Solar PV integration, ESP32 direct MQTT cloud telemetry, TinyML compiled neural models on microcontrollers.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34. UN SDG Mapping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SDG 7 (Clean Energy), SDG 9 (Infrastructure), SDG 11 (Sustainable Cities), SDG 13 (Climate Action).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35.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 proves smart city transit nodes can achieve 42.5% power reductions and high predictive precision (0.9982 R²) via intelligent software frameworks.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36. Acknowledgements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Special thanks to academic advisors, open-source AI software contributors, and smart city initiative mentors.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37.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[1] A. Kumar et al., IEEE IoT Journal, 2023.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[2] M. Mohani, ACM Trans. Sensor Networks, 2025.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[3] United Nations SDG Guidelines, 2026.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38. 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PARYAVARAN AI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Questions &amp; Discussion Welcome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Author: Aditya Kumar Mohanani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Repository: github.com/AdityaMohanani/Paryavaran-AI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2026-07-21T02:54:40Z</dcterms:created>
  <dcterms:modified xsi:type="dcterms:W3CDTF">2026-07-21T02:54:40Z</dcterms:modified>
</cp:coreProperties>
</file>